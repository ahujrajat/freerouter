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60073"/>
              </a:gs>
              <a:gs pos="100000">
                <a:srgbClr val="A100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CCB0E6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Spending Smarter 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6D9F2"/>
                </a:solidFill>
                <a:latin typeface="Calibri"/>
              </a:rPr>
              <a:t>The FinOps principles built into FinRouter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200">
                <a:solidFill>
                  <a:srgbClr val="CCB0E6"/>
                </a:solidFill>
                <a:latin typeface="Calibri"/>
              </a:rPr>
              <a:t>A NON-TECHNICAL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AI costs can spiral overnight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When teams use large language models, a single mistake - a runaway loop, an over-eager experiment - can burn through a month's budget in minutes. Finance can't see it coming, platform teams can't tell who caused it, and compliance has no way to apply guardrails in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$$$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Unbounded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No caps means no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No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Who used what, and why?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Reactive, not proactive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Surprises arrive at month-end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Without controls, leaders are forced to choose between innovation and predictability.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FinOps?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FinOps is the operating model for managing variable, consumption-based spending. It treats every dollar like a decision - made jointly by the people who build, the people who pay, and the people who govern.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Financial accountability for variable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Cloud-style, on-demand consumption needs cloud-style cost discipline. AI is the same shape: usage spikes, prices change, and bills follow afterwards.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009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 discipline, not a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FinOps is a way of working - bringing engineering, finance, and the business onto the same page about how money is spent on shared, elastic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Real-time, not month-end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7997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unit of decision is a request, not an invoice. Visibility, ownership, and optimization happen continuously - while the workload is still running.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1888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7375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737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Adopted by the FinOps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An open, vendor-neutral set of practices originally codified for cloud cost management. The same playbook now applies to AI consumption.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Five disciplines, applied continuously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These are the practices every FinOps programme is built on. The remainder of this deck shows how FinRouter delivers each one out of the box - for AI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Every dollar visible - by team, user, and use case - in real time, not at month-end.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that consume AI are accountable for that spend. Budgets cascade from the top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Match the model to the work. Premium models for premium tasks; cheaper models everywhere else.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Forecast burn rate. Catch budget risk days before it becomes a budget overrun.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39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Prices change, priorities shift, models evolve. Controls must update without redeploying systems.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79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One operating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79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Together: a single discipline that turns variable, opaque AI cost into a managed, predictable practice.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INTRODUCING FINROUTER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FinRouter?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FinRouter is an enterprise-grade routing layer for AI that gives leaders control over spending, security, and provider choice - all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 smart gateway for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FinRouter sits between your applications and the AI providers - every request flows through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Multi-provider,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Works with OpenAI, Anthropic, Google Gemini, Mistral, and more - swap or combine without redeploying.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Bring Your Own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Each user supplies their own AI provider key. Keys are encrypted and never logged or exposed.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Embed it, don't host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 lightweight library that drops into your existing applications - no extra infrastructure to operate.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FinRouter is put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single embeddable library: every request flows from your applications, through FinRouter's security and routing engine, out to the chosen AI provider - with pluggable adapters for storage and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Application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OpenAI-compatible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Command-line 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828800"/>
            <a:ext cx="6126480" cy="3520440"/>
          </a:xfrm>
          <a:prstGeom prst="rect">
            <a:avLst/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spc="250">
                <a:solidFill>
                  <a:srgbClr val="FFFFFF"/>
                </a:solidFill>
                <a:latin typeface="Calibri"/>
              </a:rPr>
              <a:t>FINROUTER 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331720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Security &amp;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3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Encrypted Key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0864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728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Prompt Safety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92567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7432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Request Signing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319272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319272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Smart 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4023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Routing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0438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5301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Budget Guardrails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1716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6579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Cost-Aware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2994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7858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Rate Limiting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306824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306824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Visibility &amp; 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59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4023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0438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45301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Live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1716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26579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Spend Tracking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2994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7858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Burn-Rate Forecast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AI PROVIDERS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8320" y="228600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82912" y="2286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20" y="288036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82912" y="2880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Anthropic (Claude)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20" y="347472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82912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Google Gemini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18320" y="406908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82912" y="40690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Mistral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46634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18320" y="466344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82912" y="46634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Groq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7889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91897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5806440" y="5394959"/>
            <a:ext cx="548640" cy="292608"/>
          </a:xfrm>
          <a:prstGeom prst="downArrow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45920" y="557784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200">
                <a:solidFill>
                  <a:srgbClr val="460073"/>
                </a:solidFill>
                <a:latin typeface="Calibri"/>
              </a:rPr>
              <a:t>PLUGGABLE ADAPTERS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45920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0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Key Store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41801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41801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Spend Store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37683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7683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Pricing Source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33564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33564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Rules Source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29446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29446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Rate Limiter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FINROUTER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FinRouter solves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Each pain point in AI adoption maps to a built-in capability - so leaders move from firefighting to forecasting.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6888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FINROUTER SOLVES IT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Costs explode without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44368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44368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44368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443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Five-tier budget cascade catches overspend before it happens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31336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3133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use the most expensive model for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3133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31336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31336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Routes batch and back-office work to cheaper, capable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18304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1830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Finance can't tell who used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718304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18304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718304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1830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Real-time spend tracking and ERP-ready chargeback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05272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0527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Provider outages break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605272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605272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605272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60527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Automatic fallback across providers - no redeploy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922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922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Compliance changes take weeks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649224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6492240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6492240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64922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Block models or update policies in seconds,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FinRouter aligns to FinOps and its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Every FinOps principle maps to a built-in FinRouter capability - delivered automatically, on every request, before the request leaves the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FINOPS 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2316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2316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FINROUTER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0360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80360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80360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Live spend by user/team/dept/org, audit trail, ERP-ready chargeback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8503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85032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685032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85032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85032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85032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Five-tier budget cascade - global &gt; org &gt; dept &gt; team &gt; 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9704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489704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89704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489704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9704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489704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9704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Cost-aware routing, cache-aware pricing, value-based rules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9437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294376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94376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294376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294376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5294376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294376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Burn-rate forecasting with on-track / at-risk / over-budget signals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9904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6099048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099048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099048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099048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6099048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6099048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Hot-reload pricing, rules, model blocks - via code or the admin GUI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ENTERPRISE &amp; CLOUD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FinRouter works in the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Zero infrastructure dependencies, zero third-party packages. FinRouter deploys natively wherever the business already runs - container, serverless, or hybrid - and aligns with the identity, secrets, and persistence services each cloud already provides.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Amazon Web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in any container service: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ECS, EKS, Fargate, App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DynamoDB or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AWS Secrets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Bedrock models routed alongside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1584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1584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1584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1584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Microsoft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4464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3064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App Service or 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4464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3064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Azure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4464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3064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Cosmos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4464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3064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Azure Key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4464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3064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Azure OpenAI routed natively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4464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3064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Microsoft Entra ID for identity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528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4528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4528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4528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Google Cloud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7408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6008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Cloud Run or GKE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7408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6008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Cloud Functions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7408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6008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Firestore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7408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6008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Secret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7408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6008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Vertex AI / Gemini routed natively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7408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6008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IAM via Workload Identity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612648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1264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Cloud-agnostic by design - the same library runs unchanged on AWS, Azure, and GCP, and routes to each cloud's native AI services alongside the public providers.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secure is FinRouter?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Defence in depth across keys, requests, inputs, and operations. The full pattern catalogue and source references are in the README and FAQ appendices.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AES-256-GCM key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API key encrypted at rest with a per-user derived key. Plaintext is materialised only for the outbound request, then zero-filled.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5054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HMAC-SHA256 request signing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346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Each request signed over user, model, content hash, and timestamp. Replay window enforced; constant-time verification.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50207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Prompt-injection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79391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16 detection patterns + NFKD unicode normalization defeat ignore-previous-instructions, role-spoof, and encoded-injection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50207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Strict input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79391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Configurable input length cap; allowed-models gate; provider blocklist; default deny-list for non-sanctioned providers.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9496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Structured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2414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key event, request, block, and policy decision emits a typed entry to your sink - SOC 2, ISO, and internal review ready.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39496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Secrets out of source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72414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keystore lives in a 0600 per-user file, never in JSON config or .env. Config Manager auth uses PBKDF2-HMAC-SHA256 (200k iters).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Real-time visibility into who is spending what, on which model, for which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1 -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Every request, fully attributed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FinRouter records every interaction with full context - so leaders never have to ask "where did that bill come from?"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spend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spend by user, team, department, and organisation - available at any moment.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4670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Audit trail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request, key change, and budget event is logged with who, what, when,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7822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Chargeback-ready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56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One click produces an ERP-ready breakdown - by team, by model, by provider, for any date range.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194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Threshold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At 50%, 80%, 95% of budget - automated notifications go to the right people, before it's too late.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Own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Budgets cascade from the enterprise down to the individual - accountability at every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Budgets cascade through the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request must satisfy every budget above it. Engineering's overspend cannot consume the sales team's budget. Each layer protects the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Global enterprise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5292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40156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95020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49884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Individual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Five tiers, all checked before every single request. No team can blow another team's budget.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a budget is reached, choose your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Different teams need different protections. A research lab might warn; a customer-facing product must block. FinRouter lets each policy decide.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828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560320"/>
            <a:ext cx="50292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560320"/>
            <a:ext cx="4864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560320"/>
            <a:ext cx="4114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56032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9443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43814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94436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is rejected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94436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43814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94436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Hard caps, customer billing protection.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472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4106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44728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Downgrade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472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94106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44728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Re-routed to a cheaper model so work continues.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4728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94106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2" y="344728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Keep services running on a smaller footprint.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5020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44398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95020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Warn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95020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44398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95020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proceeds, a warning is logged.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95020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44398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2" y="395020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Internal teams who self-manage spend.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5312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94690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45312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Notify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4531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494690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445312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Triggers external alerts and dashboards.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45312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494690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2" y="445312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Slack, email, ticketing integration.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Optimize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Spend the right amount on the right work. Pay premium prices only when premium quality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Match the model to the moment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Not every task needs a flagship model. FinRouter automatically routes lower-priority work to the most cost-effective option - without sacrificing quality on the work that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Cheapest viable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For batch and back-office work, FinRouter picks the lowest-cost model that meets the requirement.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Realtime stays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Customer-facing, latency-sensitive requests always use the chosen flagship model - no surprises.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Cache-aware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offer cached-input discounts, FinRouter recognises and applies them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change their rates, FinRouter updates without a redeploy. Cost calculations stay accurate.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Typical outcome: overnight batch jobs reduced from premium pricing to a fraction of the cost - often a 10x to 16x reduction.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cost isn't the only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Sometimes quality, compliance, or business value override pure cost minimization. The Rules Engine lets leaders express those choices in plain business terms.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Legal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the highest-quality model - contract review is no place to cut corners.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3347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Marketing bulk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Defaults to the cheapest viable model - volume matters more than nuance.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Code review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a top-tier model regardless of team - quality protects the codebase.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4515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Contractor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Blocked from frontier models - controlled access, predictable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Rules can be updated by an admin in seconds - no engineering changes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 coming.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Forecast the future, not just the past. Catch budget risk before it becomes a budget overrun.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4 -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Burn-rate forecasting,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FinRouter doesn't just track today's spend - it projects where the team is heading, and flags trouble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Over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burn rate suggests the team will end the month within budget. No action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7822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708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Spend is trending toward the cap. Time to investigate, throttle non-critical use, or reset expectations.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974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Over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forecast already exceeds the budget. Automated alerts fire so leaders can intervene immediately.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Adapt continuously.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Markets move. Prices change. Policies shift. FinOps controls must keep up - without redeploying.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Change controls, not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FinOps platform that requires an engineering ticket for every change is a FinOps platform no one uses. FinRouter is designed for live changes by people who manage cost, not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Edit a pricing file, the change is picked up automatically. No restart, no redeploy.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Hot-reloadable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Add, remove, or adjust routing rules at runtime. Incident response 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Compliance hold,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Block or unblock any model instantly across all teams - without affecting historical reporting.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Spend persistence across restarts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Budget counters survive system restarts. Accountability is never reset by accident.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 control panel for the people who own the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An optional desktop configuration manager lets platform admins update budgets, rules, providers, pricing, and environment variables - without opening a terminal, editing JSON, or filing an engineering ticket.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Standalone and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 separate desktop app, never bundled with the router. Adopt it, ignore it, or remove it - the platform behaves identically either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Admin-only, key-protected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Single-admin access secured by a generated key with a salted, hashed digest stored locally. No key, no GUI.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Validated, atomic 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save runs the same structural checks the runtime uses; bad inputs are rejected before any file is written.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Local-only, cross-platform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Runs on Linux, macOS, and Windows. No network surface, no listening port - purely a file editor with guard 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The five principles, working as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FinRouter applies all five FinOps principles to every single AI request - automatically, before the request leaves the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Real-time spend, audit trail, chargeback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Five-tier budget cascade - no team blows another team's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Cost-aware routing for batch work; quality-first routing where it matters.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Burn-rate forecasting flags trouble days before it hits the budget.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59552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14416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1441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9070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Live pricing, live rules, live policy - managed by admins, not engineers, through code or the optional configuration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Optimize beyond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Use GEPA's reflective LLM optimization to make cheaper models smart enough for hard tasks -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Optimization that learns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The five FinOps principles set the rules. GEPA finds the best move within those rules - and improves it every week from your own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Offline config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GEPA evolves admin rules, candidate-model lists, and budget thresholds against real historical telemetry. The replay uses FinRouter's own routing code - parity by construction.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Per-request prompt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For high-value request classes, GEPA evolves a system prompt that makes a cheap model match the reference model's quality. Templates are cached per class and reused.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Shadow canary, never live-fire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Every candidate config runs in parallel with the live router first - logged, never served. Adoption only after the shadow's KPIs clear the bar.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Closed-loop ROI 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Realized savings tracked per class. Classes whose optimization cost exceeds savings are auto-disabled for a cooldown window - no manual cleanup.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Per-request mode, with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Per-request optimization explicitly waives the 50ms SLA when triggered - but the gate, ledger, and quality machinery ensure it only triggers where the trade is genuinely worth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Complexity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9-feature heuristic (tokens, instructions, code, reasoning, format, constraints, references). Most traffic skips GEPA entirely - it only fires when expected ROI clears the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Direct / Optimize /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Three outcomes: cheap model direct (low complexity), GEPA-optimized prompt + cheap model (high ROI), or premium model (high risk, low reuse) - whichever maximizes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Quality gate before adopt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LLM judge with pairwise + position-swap evaluation rejects any template that scores below the floor against held-out reference outputs. Wrong-but-fluent is impossible to 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Cost-bounded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Reflection USD, optimization wall-time, and per-class break-even caps enforced at the sidecar. Fail-closed routing to the premium model if any budget is exceeded.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Opt-in only. When disabled, zero new code runs on the request path - 50KB bundle and 50ms SLA are preserved.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this changes for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GEPA doesn't replace FinOps - it extends it. The principles still govern what's allowed; GEPA finds the cheapest legal path through them, request by request.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828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WORKLOAD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468880"/>
            <a:ext cx="50292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468880"/>
            <a:ext cx="4864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PRE-GEPA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468880"/>
            <a:ext cx="4114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46888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POST-GEPA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4670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Long-tail batch summarization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8529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34670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85292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model on every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85292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34670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85292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Cheap model + optimized template - quality matched, ~90% cost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5584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4962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5584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Code review and 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35584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84962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35584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5584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84962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2" y="335584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Gate routes only the genuinely hard prompts to the flagship; cheap handles the 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5876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35254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85876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Customer-facing realtime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8587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35254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85876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85876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35254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2" y="385876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Unchanged - the gate's 'direct-fallback' rule protects realtime SLA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616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5546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36168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Risky / one-shot requests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3616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485546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436168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36168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485546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2" y="436168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Gate detects low-reuse and goes straight to flagship - never wastes GEPA on a one-off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9999"/>
                </a:solidFill>
                <a:latin typeface="Calibri"/>
              </a:rPr>
              <a:t>ACCENTURE  |  FINROUTER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FinOps for AI,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A100FF"/>
                </a:solidFill>
                <a:latin typeface="Calibri"/>
              </a:rPr>
              <a:t>built in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Calibri"/>
              </a:rPr>
              <a:t>Predictable spending. Clear accountability. Real optimization. Without slowing the business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