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 snapToObjects="1">
      <p:cViewPr varScale="1">
        <p:scale>
          <a:sx n="138" d="100"/>
          <a:sy n="138" d="100"/>
        </p:scale>
        <p:origin x="17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INTEGRATED AI DEVELOPMENT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How agents, tools, and IDE come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Calibri"/>
              </a:rPr>
              <a:t>AI coding assistants share a common skill, sub-agent and tool layer, wired into VS Code alongside source control and enterprise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1828800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MSFT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Gemini CLI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12079"/>
            <a:ext cx="1828800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79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39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200" dirty="0">
                <a:solidFill>
                  <a:srgbClr val="A100FF"/>
                </a:solidFill>
                <a:latin typeface="Calibri"/>
              </a:rPr>
              <a:t>AI ASSISTANTS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2514600"/>
            <a:ext cx="2157984" cy="3657600"/>
          </a:xfrm>
          <a:prstGeom prst="rect">
            <a:avLst/>
          </a:prstGeom>
          <a:solidFill>
            <a:srgbClr val="F2E6FF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44368" y="2587752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200">
                <a:solidFill>
                  <a:srgbClr val="460073"/>
                </a:solidFill>
                <a:latin typeface="Calibri"/>
              </a:rPr>
              <a:t>SHARED CAPABILITY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017520"/>
            <a:ext cx="1828800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30175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114800"/>
            <a:ext cx="1828800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4114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Sub-agents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212079"/>
            <a:ext cx="1828800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5212079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9550" y="2012585"/>
            <a:ext cx="1600200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9548" y="2324934"/>
            <a:ext cx="1600201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Git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Hub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18050" y="3093155"/>
            <a:ext cx="2743200" cy="2965647"/>
          </a:xfrm>
          <a:prstGeom prst="rect">
            <a:avLst/>
          </a:prstGeom>
          <a:solidFill>
            <a:srgbClr val="460073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8050" y="336132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VS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8050" y="40928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200" dirty="0">
                <a:solidFill>
                  <a:srgbClr val="B455FF"/>
                </a:solidFill>
                <a:latin typeface="Calibri"/>
              </a:rPr>
              <a:t>DEVELOPER 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6650" y="4641483"/>
            <a:ext cx="2286000" cy="1188720"/>
          </a:xfrm>
          <a:prstGeom prst="rect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6650" y="4778643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6650" y="5144403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Gemini  -  Anthropic  - 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5264" y="3244688"/>
            <a:ext cx="1417320" cy="6858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5366" y="3264941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JIRA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5366" y="4229005"/>
            <a:ext cx="1417320" cy="6858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53428" y="4436486"/>
            <a:ext cx="14173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Conf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luence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35366" y="5191373"/>
            <a:ext cx="1417320" cy="6858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35570" y="5424065"/>
            <a:ext cx="14173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Others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29722" y="2810652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b="1" spc="200" dirty="0">
                <a:solidFill>
                  <a:srgbClr val="A100FF"/>
                </a:solidFill>
                <a:latin typeface="Calibri"/>
              </a:rPr>
              <a:t>MCP Servers</a:t>
            </a:r>
            <a:endParaRPr sz="1000" b="1" spc="200" dirty="0">
              <a:solidFill>
                <a:srgbClr val="A100FF"/>
              </a:solidFill>
              <a:latin typeface="Calibri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3406139"/>
            <a:ext cx="640080" cy="0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3406139"/>
            <a:ext cx="640080" cy="1097281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68880" y="3406139"/>
            <a:ext cx="640080" cy="2194560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468880" y="3406139"/>
            <a:ext cx="640080" cy="1097281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68880" y="4503420"/>
            <a:ext cx="640080" cy="0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68880" y="4503420"/>
            <a:ext cx="640080" cy="1097279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68880" y="3406139"/>
            <a:ext cx="640080" cy="2194560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68880" y="4503420"/>
            <a:ext cx="640080" cy="1097279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468880" y="5600699"/>
            <a:ext cx="640080" cy="0"/>
          </a:xfrm>
          <a:prstGeom prst="line">
            <a:avLst/>
          </a:prstGeom>
          <a:ln w="127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461046" y="3607841"/>
            <a:ext cx="274320" cy="0"/>
          </a:xfrm>
          <a:prstGeom prst="line">
            <a:avLst/>
          </a:prstGeom>
          <a:ln w="190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87934" y="4551543"/>
            <a:ext cx="274320" cy="0"/>
          </a:xfrm>
          <a:prstGeom prst="line">
            <a:avLst/>
          </a:prstGeom>
          <a:ln w="190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61250" y="5524093"/>
            <a:ext cx="274320" cy="0"/>
          </a:xfrm>
          <a:prstGeom prst="line">
            <a:avLst/>
          </a:prstGeom>
          <a:ln w="1905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59080" y="630935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100" dirty="0">
                <a:solidFill>
                  <a:srgbClr val="5C5C5C"/>
                </a:solidFill>
                <a:latin typeface="Calibri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1722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800" b="1" dirty="0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A9B42F4E-8EA5-3D68-BB56-3BBA5AC33642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5102352" y="2424962"/>
            <a:ext cx="1187196" cy="1918438"/>
          </a:xfrm>
          <a:prstGeom prst="bentConnector3">
            <a:avLst>
              <a:gd name="adj1" fmla="val 28216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1C044A8-0EAC-EA0A-7614-251359A9AC56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7089650" y="2789825"/>
            <a:ext cx="0" cy="303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72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Ahuja, Rajat</cp:lastModifiedBy>
  <cp:revision>3</cp:revision>
  <dcterms:created xsi:type="dcterms:W3CDTF">2013-01-27T09:14:16Z</dcterms:created>
  <dcterms:modified xsi:type="dcterms:W3CDTF">2026-05-05T14:58:27Z</dcterms:modified>
  <cp:category/>
</cp:coreProperties>
</file>